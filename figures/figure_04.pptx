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486400" cy="5121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24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bert, Neil" userId="37be9f5c-8f28-415b-96d6-624acf93bb3f" providerId="ADAL" clId="{18ED56B6-1921-416C-9A28-3F6F3C8390B5}"/>
    <pc:docChg chg="custSel modSld">
      <pc:chgData name="Gilbert, Neil" userId="37be9f5c-8f28-415b-96d6-624acf93bb3f" providerId="ADAL" clId="{18ED56B6-1921-416C-9A28-3F6F3C8390B5}" dt="2026-03-18T15:53:30.308" v="3" actId="167"/>
      <pc:docMkLst>
        <pc:docMk/>
      </pc:docMkLst>
      <pc:sldChg chg="addSp delSp modSp mod">
        <pc:chgData name="Gilbert, Neil" userId="37be9f5c-8f28-415b-96d6-624acf93bb3f" providerId="ADAL" clId="{18ED56B6-1921-416C-9A28-3F6F3C8390B5}" dt="2026-03-18T15:53:30.308" v="3" actId="167"/>
        <pc:sldMkLst>
          <pc:docMk/>
          <pc:sldMk cId="2001772455" sldId="256"/>
        </pc:sldMkLst>
        <pc:picChg chg="add mod ord">
          <ac:chgData name="Gilbert, Neil" userId="37be9f5c-8f28-415b-96d6-624acf93bb3f" providerId="ADAL" clId="{18ED56B6-1921-416C-9A28-3F6F3C8390B5}" dt="2026-03-18T15:53:30.308" v="3" actId="167"/>
          <ac:picMkLst>
            <pc:docMk/>
            <pc:sldMk cId="2001772455" sldId="256"/>
            <ac:picMk id="3" creationId="{7E927B41-279B-C0FD-6F05-B10E68E35B2E}"/>
          </ac:picMkLst>
        </pc:picChg>
        <pc:picChg chg="del">
          <ac:chgData name="Gilbert, Neil" userId="37be9f5c-8f28-415b-96d6-624acf93bb3f" providerId="ADAL" clId="{18ED56B6-1921-416C-9A28-3F6F3C8390B5}" dt="2026-03-18T15:53:24.791" v="0" actId="478"/>
          <ac:picMkLst>
            <pc:docMk/>
            <pc:sldMk cId="2001772455" sldId="256"/>
            <ac:picMk id="24" creationId="{BB868920-2B2F-7EF0-4465-490C0C3F862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838135"/>
            <a:ext cx="4663440" cy="1782962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89855"/>
            <a:ext cx="4114800" cy="1236456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D294-090E-4E66-8970-21BA49B9DE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999E-C9B4-40AA-9C9E-BE60DD822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825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D294-090E-4E66-8970-21BA49B9DE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999E-C9B4-40AA-9C9E-BE60DD822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77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276764"/>
            <a:ext cx="4732020" cy="213030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3427225"/>
            <a:ext cx="4732020" cy="1120279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D294-090E-4E66-8970-21BA49B9DE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999E-C9B4-40AA-9C9E-BE60DD822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5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363302"/>
            <a:ext cx="2331720" cy="3249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363302"/>
            <a:ext cx="2331720" cy="3249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D294-090E-4E66-8970-21BA49B9DE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999E-C9B4-40AA-9C9E-BE60DD822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22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72662"/>
            <a:ext cx="4732020" cy="9898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255424"/>
            <a:ext cx="2321004" cy="615264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870688"/>
            <a:ext cx="2321004" cy="27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255424"/>
            <a:ext cx="2332435" cy="615264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870688"/>
            <a:ext cx="2332435" cy="2751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D294-090E-4E66-8970-21BA49B9DE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999E-C9B4-40AA-9C9E-BE60DD822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1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D294-090E-4E66-8970-21BA49B9DE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999E-C9B4-40AA-9C9E-BE60DD822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84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D294-090E-4E66-8970-21BA49B9DE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999E-C9B4-40AA-9C9E-BE60DD822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77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41418"/>
            <a:ext cx="1769507" cy="1194964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737370"/>
            <a:ext cx="2777490" cy="363942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536382"/>
            <a:ext cx="1769507" cy="2846339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D294-090E-4E66-8970-21BA49B9DE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999E-C9B4-40AA-9C9E-BE60DD822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634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41418"/>
            <a:ext cx="1769507" cy="1194964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737370"/>
            <a:ext cx="2777490" cy="3639425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536382"/>
            <a:ext cx="1769507" cy="2846339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D294-090E-4E66-8970-21BA49B9DE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999E-C9B4-40AA-9C9E-BE60DD822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943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D294-090E-4E66-8970-21BA49B9DE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999E-C9B4-40AA-9C9E-BE60DD822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09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272660"/>
            <a:ext cx="1183005" cy="43400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272660"/>
            <a:ext cx="3480435" cy="43400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CD294-090E-4E66-8970-21BA49B9DE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4999E-C9B4-40AA-9C9E-BE60DD822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2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272662"/>
            <a:ext cx="4732020" cy="9898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363302"/>
            <a:ext cx="4732020" cy="3249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4746665"/>
            <a:ext cx="1234440" cy="2726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CD294-090E-4E66-8970-21BA49B9DE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4746665"/>
            <a:ext cx="1851660" cy="2726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4746665"/>
            <a:ext cx="1234440" cy="2726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94999E-C9B4-40AA-9C9E-BE60DD822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79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927B41-279B-C0FD-6F05-B10E68E35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"/>
            <a:ext cx="5486400" cy="512064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D1F183DA-F150-BE4E-D0CE-C07B3974E51E}"/>
              </a:ext>
            </a:extLst>
          </p:cNvPr>
          <p:cNvGrpSpPr/>
          <p:nvPr/>
        </p:nvGrpSpPr>
        <p:grpSpPr>
          <a:xfrm>
            <a:off x="847725" y="318"/>
            <a:ext cx="4638675" cy="818919"/>
            <a:chOff x="847725" y="0"/>
            <a:chExt cx="4638675" cy="81891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B0276A3-5DEE-94F7-8F98-CAEF4C6312D5}"/>
                </a:ext>
              </a:extLst>
            </p:cNvPr>
            <p:cNvSpPr/>
            <p:nvPr/>
          </p:nvSpPr>
          <p:spPr>
            <a:xfrm>
              <a:off x="847725" y="0"/>
              <a:ext cx="4638675" cy="818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687DD95-4C94-E4A4-9AC0-D3CC13248683}"/>
                </a:ext>
              </a:extLst>
            </p:cNvPr>
            <p:cNvGrpSpPr/>
            <p:nvPr/>
          </p:nvGrpSpPr>
          <p:grpSpPr>
            <a:xfrm>
              <a:off x="1558595" y="83194"/>
              <a:ext cx="1687087" cy="731520"/>
              <a:chOff x="1558595" y="83194"/>
              <a:chExt cx="1687087" cy="73152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E08D90F-D098-18B8-86D0-5E03D2A990DA}"/>
                  </a:ext>
                </a:extLst>
              </p:cNvPr>
              <p:cNvSpPr/>
              <p:nvPr/>
            </p:nvSpPr>
            <p:spPr>
              <a:xfrm rot="18000000">
                <a:off x="1435389" y="273815"/>
                <a:ext cx="658368" cy="4119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r>
                  <a:rPr lang="en-US" sz="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Proportion grassland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52DE82C-6DF7-78D5-04E1-E0BFF1535DF8}"/>
                  </a:ext>
                </a:extLst>
              </p:cNvPr>
              <p:cNvSpPr/>
              <p:nvPr/>
            </p:nvSpPr>
            <p:spPr>
              <a:xfrm rot="18000000">
                <a:off x="1847982" y="270838"/>
                <a:ext cx="658368" cy="4238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r>
                  <a:rPr lang="en-US" sz="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Grassland edge density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E872AFE-EA58-5008-9F0F-74F6DB2C9191}"/>
                  </a:ext>
                </a:extLst>
              </p:cNvPr>
              <p:cNvSpPr/>
              <p:nvPr/>
            </p:nvSpPr>
            <p:spPr>
              <a:xfrm rot="18000000">
                <a:off x="2283757" y="270838"/>
                <a:ext cx="658368" cy="4238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r>
                  <a:rPr lang="en-US" sz="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Temperature anomaly (°C)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7210947-0FBF-A608-115A-FBE2C369D419}"/>
                  </a:ext>
                </a:extLst>
              </p:cNvPr>
              <p:cNvSpPr/>
              <p:nvPr/>
            </p:nvSpPr>
            <p:spPr>
              <a:xfrm rot="18000000">
                <a:off x="2667990" y="237021"/>
                <a:ext cx="731520" cy="4238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r>
                  <a:rPr lang="en-US" sz="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Precipitation anomaly (mm)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14D7513-4D21-BB98-C4EF-321A049080E2}"/>
                </a:ext>
              </a:extLst>
            </p:cNvPr>
            <p:cNvGrpSpPr/>
            <p:nvPr/>
          </p:nvGrpSpPr>
          <p:grpSpPr>
            <a:xfrm>
              <a:off x="3501359" y="44219"/>
              <a:ext cx="1687087" cy="731520"/>
              <a:chOff x="1558595" y="83194"/>
              <a:chExt cx="1687087" cy="73152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5012280-0F75-DA41-8540-56064A1D4F00}"/>
                  </a:ext>
                </a:extLst>
              </p:cNvPr>
              <p:cNvSpPr/>
              <p:nvPr/>
            </p:nvSpPr>
            <p:spPr>
              <a:xfrm rot="18000000">
                <a:off x="1435389" y="273815"/>
                <a:ext cx="658368" cy="4119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r>
                  <a:rPr lang="en-US" sz="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Proportion grassland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488776A-ADB1-E955-6F75-F18480886553}"/>
                  </a:ext>
                </a:extLst>
              </p:cNvPr>
              <p:cNvSpPr/>
              <p:nvPr/>
            </p:nvSpPr>
            <p:spPr>
              <a:xfrm rot="18000000">
                <a:off x="1847982" y="270838"/>
                <a:ext cx="658368" cy="4238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r>
                  <a:rPr lang="en-US" sz="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Grassland edge density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C48CF97-F037-7DE2-A00A-D9B2FD811E3B}"/>
                  </a:ext>
                </a:extLst>
              </p:cNvPr>
              <p:cNvSpPr/>
              <p:nvPr/>
            </p:nvSpPr>
            <p:spPr>
              <a:xfrm rot="18000000">
                <a:off x="2283757" y="270838"/>
                <a:ext cx="658368" cy="4238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r>
                  <a:rPr lang="en-US" sz="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Temperature anomaly (°C)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77199AE-FE1F-9524-21DA-A4538F059DE0}"/>
                  </a:ext>
                </a:extLst>
              </p:cNvPr>
              <p:cNvSpPr/>
              <p:nvPr/>
            </p:nvSpPr>
            <p:spPr>
              <a:xfrm rot="18000000">
                <a:off x="2667990" y="237021"/>
                <a:ext cx="731520" cy="4238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r>
                  <a:rPr lang="en-US" sz="8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Precipitation anomaly (mm)</a:t>
                </a:r>
              </a:p>
            </p:txBody>
          </p:sp>
        </p:grp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0F5C9368-871E-79F9-CDD9-2C869FBEF3B0}"/>
              </a:ext>
            </a:extLst>
          </p:cNvPr>
          <p:cNvSpPr/>
          <p:nvPr/>
        </p:nvSpPr>
        <p:spPr>
          <a:xfrm>
            <a:off x="1110434" y="1147"/>
            <a:ext cx="1167544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 Occurrence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5DE10FE-E940-563D-4D1E-2F2FD2D942F6}"/>
              </a:ext>
            </a:extLst>
          </p:cNvPr>
          <p:cNvSpPr/>
          <p:nvPr/>
        </p:nvSpPr>
        <p:spPr>
          <a:xfrm>
            <a:off x="3350425" y="1147"/>
            <a:ext cx="1167544" cy="228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(b) Trends </a:t>
            </a:r>
          </a:p>
        </p:txBody>
      </p:sp>
    </p:spTree>
    <p:extLst>
      <p:ext uri="{BB962C8B-B14F-4D97-AF65-F5344CB8AC3E}">
        <p14:creationId xmlns:p14="http://schemas.microsoft.com/office/powerpoint/2010/main" val="2001772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38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Gilbert, Neil</dc:creator>
  <cp:lastModifiedBy>Gilbert, Neil</cp:lastModifiedBy>
  <cp:revision>1</cp:revision>
  <dcterms:created xsi:type="dcterms:W3CDTF">2026-03-05T15:08:01Z</dcterms:created>
  <dcterms:modified xsi:type="dcterms:W3CDTF">2026-03-18T15:53:35Z</dcterms:modified>
</cp:coreProperties>
</file>