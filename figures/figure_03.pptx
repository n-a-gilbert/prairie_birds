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4965700" cy="3429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07B98"/>
    <a:srgbClr val="A625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50" d="100"/>
          <a:sy n="150" d="100"/>
        </p:scale>
        <p:origin x="1656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ilbert, Neil" userId="37be9f5c-8f28-415b-96d6-624acf93bb3f" providerId="ADAL" clId="{18ED56B6-1921-416C-9A28-3F6F3C8390B5}"/>
    <pc:docChg chg="undo custSel modSld">
      <pc:chgData name="Gilbert, Neil" userId="37be9f5c-8f28-415b-96d6-624acf93bb3f" providerId="ADAL" clId="{18ED56B6-1921-416C-9A28-3F6F3C8390B5}" dt="2026-03-18T15:32:46.769" v="699" actId="167"/>
      <pc:docMkLst>
        <pc:docMk/>
      </pc:docMkLst>
      <pc:sldChg chg="addSp delSp modSp mod">
        <pc:chgData name="Gilbert, Neil" userId="37be9f5c-8f28-415b-96d6-624acf93bb3f" providerId="ADAL" clId="{18ED56B6-1921-416C-9A28-3F6F3C8390B5}" dt="2026-03-18T15:32:46.769" v="699" actId="167"/>
        <pc:sldMkLst>
          <pc:docMk/>
          <pc:sldMk cId="106953921" sldId="256"/>
        </pc:sldMkLst>
        <pc:spChg chg="mod">
          <ac:chgData name="Gilbert, Neil" userId="37be9f5c-8f28-415b-96d6-624acf93bb3f" providerId="ADAL" clId="{18ED56B6-1921-416C-9A28-3F6F3C8390B5}" dt="2026-03-05T15:00:47.583" v="468"/>
          <ac:spMkLst>
            <pc:docMk/>
            <pc:sldMk cId="106953921" sldId="256"/>
            <ac:spMk id="41" creationId="{231E2DDA-C0CF-CAA6-9C7C-372FC727841D}"/>
          </ac:spMkLst>
        </pc:spChg>
        <pc:spChg chg="mod">
          <ac:chgData name="Gilbert, Neil" userId="37be9f5c-8f28-415b-96d6-624acf93bb3f" providerId="ADAL" clId="{18ED56B6-1921-416C-9A28-3F6F3C8390B5}" dt="2026-03-05T15:00:47.583" v="468"/>
          <ac:spMkLst>
            <pc:docMk/>
            <pc:sldMk cId="106953921" sldId="256"/>
            <ac:spMk id="43" creationId="{DD68494F-D9FD-7634-7D50-28AC4CD42591}"/>
          </ac:spMkLst>
        </pc:spChg>
        <pc:spChg chg="mod">
          <ac:chgData name="Gilbert, Neil" userId="37be9f5c-8f28-415b-96d6-624acf93bb3f" providerId="ADAL" clId="{18ED56B6-1921-416C-9A28-3F6F3C8390B5}" dt="2026-03-05T15:00:47.583" v="468"/>
          <ac:spMkLst>
            <pc:docMk/>
            <pc:sldMk cId="106953921" sldId="256"/>
            <ac:spMk id="46" creationId="{F6CA70CD-46FB-EE5D-7F69-E8C25F30E2AA}"/>
          </ac:spMkLst>
        </pc:spChg>
        <pc:spChg chg="mod">
          <ac:chgData name="Gilbert, Neil" userId="37be9f5c-8f28-415b-96d6-624acf93bb3f" providerId="ADAL" clId="{18ED56B6-1921-416C-9A28-3F6F3C8390B5}" dt="2026-03-05T15:00:47.583" v="468"/>
          <ac:spMkLst>
            <pc:docMk/>
            <pc:sldMk cId="106953921" sldId="256"/>
            <ac:spMk id="47" creationId="{781FD628-AE0D-E3A9-623E-E09CE74DC885}"/>
          </ac:spMkLst>
        </pc:spChg>
        <pc:spChg chg="mod">
          <ac:chgData name="Gilbert, Neil" userId="37be9f5c-8f28-415b-96d6-624acf93bb3f" providerId="ADAL" clId="{18ED56B6-1921-416C-9A28-3F6F3C8390B5}" dt="2026-03-05T15:00:47.583" v="468"/>
          <ac:spMkLst>
            <pc:docMk/>
            <pc:sldMk cId="106953921" sldId="256"/>
            <ac:spMk id="48" creationId="{2A0B3A40-86E2-B8C3-24DF-1BDC4F4C6ADF}"/>
          </ac:spMkLst>
        </pc:spChg>
        <pc:spChg chg="mod">
          <ac:chgData name="Gilbert, Neil" userId="37be9f5c-8f28-415b-96d6-624acf93bb3f" providerId="ADAL" clId="{18ED56B6-1921-416C-9A28-3F6F3C8390B5}" dt="2026-03-05T15:00:47.583" v="468"/>
          <ac:spMkLst>
            <pc:docMk/>
            <pc:sldMk cId="106953921" sldId="256"/>
            <ac:spMk id="49" creationId="{058FBA02-76F7-78E5-99AB-61903F679630}"/>
          </ac:spMkLst>
        </pc:spChg>
        <pc:spChg chg="mod">
          <ac:chgData name="Gilbert, Neil" userId="37be9f5c-8f28-415b-96d6-624acf93bb3f" providerId="ADAL" clId="{18ED56B6-1921-416C-9A28-3F6F3C8390B5}" dt="2026-03-18T15:25:38.467" v="694" actId="207"/>
          <ac:spMkLst>
            <pc:docMk/>
            <pc:sldMk cId="106953921" sldId="256"/>
            <ac:spMk id="50" creationId="{C4C871CD-6BBE-A97E-8D0E-D6082CDC8B9A}"/>
          </ac:spMkLst>
        </pc:spChg>
        <pc:spChg chg="mod">
          <ac:chgData name="Gilbert, Neil" userId="37be9f5c-8f28-415b-96d6-624acf93bb3f" providerId="ADAL" clId="{18ED56B6-1921-416C-9A28-3F6F3C8390B5}" dt="2026-03-18T15:25:08.959" v="641" actId="1036"/>
          <ac:spMkLst>
            <pc:docMk/>
            <pc:sldMk cId="106953921" sldId="256"/>
            <ac:spMk id="51" creationId="{BCB7EF52-7953-6C13-F3B4-66FB2003D20F}"/>
          </ac:spMkLst>
        </pc:spChg>
        <pc:spChg chg="mod">
          <ac:chgData name="Gilbert, Neil" userId="37be9f5c-8f28-415b-96d6-624acf93bb3f" providerId="ADAL" clId="{18ED56B6-1921-416C-9A28-3F6F3C8390B5}" dt="2026-03-18T15:25:16.992" v="656" actId="1037"/>
          <ac:spMkLst>
            <pc:docMk/>
            <pc:sldMk cId="106953921" sldId="256"/>
            <ac:spMk id="52" creationId="{7B5A70C1-042F-E684-78F8-7241D5BCBCD0}"/>
          </ac:spMkLst>
        </pc:spChg>
        <pc:spChg chg="mod">
          <ac:chgData name="Gilbert, Neil" userId="37be9f5c-8f28-415b-96d6-624acf93bb3f" providerId="ADAL" clId="{18ED56B6-1921-416C-9A28-3F6F3C8390B5}" dt="2026-03-18T15:25:25.100" v="677" actId="1037"/>
          <ac:spMkLst>
            <pc:docMk/>
            <pc:sldMk cId="106953921" sldId="256"/>
            <ac:spMk id="53" creationId="{61762C22-1871-DCAC-F891-C3FFA0A7703B}"/>
          </ac:spMkLst>
        </pc:spChg>
        <pc:spChg chg="mod">
          <ac:chgData name="Gilbert, Neil" userId="37be9f5c-8f28-415b-96d6-624acf93bb3f" providerId="ADAL" clId="{18ED56B6-1921-416C-9A28-3F6F3C8390B5}" dt="2026-03-18T15:22:09.835" v="616" actId="207"/>
          <ac:spMkLst>
            <pc:docMk/>
            <pc:sldMk cId="106953921" sldId="256"/>
            <ac:spMk id="54" creationId="{B1C72A9A-C004-05B2-A395-6D24CA61CA16}"/>
          </ac:spMkLst>
        </pc:spChg>
        <pc:spChg chg="mod">
          <ac:chgData name="Gilbert, Neil" userId="37be9f5c-8f28-415b-96d6-624acf93bb3f" providerId="ADAL" clId="{18ED56B6-1921-416C-9A28-3F6F3C8390B5}" dt="2026-03-18T15:21:38.174" v="586" actId="1038"/>
          <ac:spMkLst>
            <pc:docMk/>
            <pc:sldMk cId="106953921" sldId="256"/>
            <ac:spMk id="55" creationId="{5353C768-E55A-1696-4A50-841107007452}"/>
          </ac:spMkLst>
        </pc:spChg>
        <pc:spChg chg="mod">
          <ac:chgData name="Gilbert, Neil" userId="37be9f5c-8f28-415b-96d6-624acf93bb3f" providerId="ADAL" clId="{18ED56B6-1921-416C-9A28-3F6F3C8390B5}" dt="2026-03-18T15:21:48.399" v="592" actId="1037"/>
          <ac:spMkLst>
            <pc:docMk/>
            <pc:sldMk cId="106953921" sldId="256"/>
            <ac:spMk id="56" creationId="{AFCC4E9B-E1A4-4187-4B49-C8CEF8188214}"/>
          </ac:spMkLst>
        </pc:spChg>
        <pc:spChg chg="mod">
          <ac:chgData name="Gilbert, Neil" userId="37be9f5c-8f28-415b-96d6-624acf93bb3f" providerId="ADAL" clId="{18ED56B6-1921-416C-9A28-3F6F3C8390B5}" dt="2026-03-18T15:21:56.680" v="603" actId="1038"/>
          <ac:spMkLst>
            <pc:docMk/>
            <pc:sldMk cId="106953921" sldId="256"/>
            <ac:spMk id="57" creationId="{097F9E13-9838-294E-67B4-4261703EDA5B}"/>
          </ac:spMkLst>
        </pc:spChg>
        <pc:picChg chg="add del mod ord">
          <ac:chgData name="Gilbert, Neil" userId="37be9f5c-8f28-415b-96d6-624acf93bb3f" providerId="ADAL" clId="{18ED56B6-1921-416C-9A28-3F6F3C8390B5}" dt="2026-03-18T15:19:08.563" v="474" actId="931"/>
          <ac:picMkLst>
            <pc:docMk/>
            <pc:sldMk cId="106953921" sldId="256"/>
            <ac:picMk id="3" creationId="{B311EA30-512E-539C-F8F5-72802312C16E}"/>
          </ac:picMkLst>
        </pc:picChg>
        <pc:picChg chg="add del mod ord">
          <ac:chgData name="Gilbert, Neil" userId="37be9f5c-8f28-415b-96d6-624acf93bb3f" providerId="ADAL" clId="{18ED56B6-1921-416C-9A28-3F6F3C8390B5}" dt="2026-03-18T15:32:30.651" v="695" actId="478"/>
          <ac:picMkLst>
            <pc:docMk/>
            <pc:sldMk cId="106953921" sldId="256"/>
            <ac:picMk id="5" creationId="{D524EBE0-149D-124F-6672-191FAE01A164}"/>
          </ac:picMkLst>
        </pc:picChg>
        <pc:picChg chg="add mod ord">
          <ac:chgData name="Gilbert, Neil" userId="37be9f5c-8f28-415b-96d6-624acf93bb3f" providerId="ADAL" clId="{18ED56B6-1921-416C-9A28-3F6F3C8390B5}" dt="2026-03-18T15:32:46.769" v="699" actId="167"/>
          <ac:picMkLst>
            <pc:docMk/>
            <pc:sldMk cId="106953921" sldId="256"/>
            <ac:picMk id="7" creationId="{46B2309F-D8E3-BEE6-77F3-EC0851EB86F9}"/>
          </ac:picMkLst>
        </pc:picChg>
        <pc:picChg chg="add del">
          <ac:chgData name="Gilbert, Neil" userId="37be9f5c-8f28-415b-96d6-624acf93bb3f" providerId="ADAL" clId="{18ED56B6-1921-416C-9A28-3F6F3C8390B5}" dt="2026-03-18T15:19:24.505" v="476" actId="478"/>
          <ac:picMkLst>
            <pc:docMk/>
            <pc:sldMk cId="106953921" sldId="256"/>
            <ac:picMk id="36" creationId="{6AB3A85B-A5E1-0839-1434-12969587C00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2428" y="561182"/>
            <a:ext cx="4220845" cy="1193800"/>
          </a:xfrm>
        </p:spPr>
        <p:txBody>
          <a:bodyPr anchor="b"/>
          <a:lstStyle>
            <a:lvl1pPr algn="ctr"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0713" y="1801019"/>
            <a:ext cx="3724275" cy="82788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80420-2B05-414F-A092-80CA5132015B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7BAAD-0204-4C7B-A458-62C192963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536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80420-2B05-414F-A092-80CA5132015B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7BAAD-0204-4C7B-A458-62C192963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380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806" y="854870"/>
            <a:ext cx="4282916" cy="1426369"/>
          </a:xfrm>
        </p:spPr>
        <p:txBody>
          <a:bodyPr anchor="b"/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8806" y="2294732"/>
            <a:ext cx="4282916" cy="750094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82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80420-2B05-414F-A092-80CA5132015B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7BAAD-0204-4C7B-A458-62C192963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9253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1392" y="912812"/>
            <a:ext cx="2110423" cy="21756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13885" y="912812"/>
            <a:ext cx="2110423" cy="21756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80420-2B05-414F-A092-80CA5132015B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7BAAD-0204-4C7B-A458-62C192963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035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039" y="182563"/>
            <a:ext cx="4282916" cy="66278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039" y="840582"/>
            <a:ext cx="2100724" cy="411956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039" y="1252538"/>
            <a:ext cx="2100724" cy="18422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513886" y="840582"/>
            <a:ext cx="2111069" cy="411956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513886" y="1252538"/>
            <a:ext cx="2111069" cy="18422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80420-2B05-414F-A092-80CA5132015B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7BAAD-0204-4C7B-A458-62C192963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814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80420-2B05-414F-A092-80CA5132015B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7BAAD-0204-4C7B-A458-62C192963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93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80420-2B05-414F-A092-80CA5132015B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7BAAD-0204-4C7B-A458-62C192963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53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039" y="228600"/>
            <a:ext cx="1601567" cy="800100"/>
          </a:xfrm>
        </p:spPr>
        <p:txBody>
          <a:bodyPr anchor="b"/>
          <a:lstStyle>
            <a:lvl1pPr>
              <a:defRPr sz="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11069" y="493713"/>
            <a:ext cx="2513886" cy="2436813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039" y="1028700"/>
            <a:ext cx="1601567" cy="1905794"/>
          </a:xfrm>
        </p:spPr>
        <p:txBody>
          <a:bodyPr/>
          <a:lstStyle>
            <a:lvl1pPr marL="0" indent="0">
              <a:buNone/>
              <a:defRPr sz="800"/>
            </a:lvl1pPr>
            <a:lvl2pPr marL="228600" indent="0">
              <a:buNone/>
              <a:defRPr sz="700"/>
            </a:lvl2pPr>
            <a:lvl3pPr marL="457200" indent="0">
              <a:buNone/>
              <a:defRPr sz="6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80420-2B05-414F-A092-80CA5132015B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7BAAD-0204-4C7B-A458-62C192963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435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039" y="228600"/>
            <a:ext cx="1601567" cy="800100"/>
          </a:xfrm>
        </p:spPr>
        <p:txBody>
          <a:bodyPr anchor="b"/>
          <a:lstStyle>
            <a:lvl1pPr>
              <a:defRPr sz="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11069" y="493713"/>
            <a:ext cx="2513886" cy="2436813"/>
          </a:xfrm>
        </p:spPr>
        <p:txBody>
          <a:bodyPr anchor="t"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039" y="1028700"/>
            <a:ext cx="1601567" cy="1905794"/>
          </a:xfrm>
        </p:spPr>
        <p:txBody>
          <a:bodyPr/>
          <a:lstStyle>
            <a:lvl1pPr marL="0" indent="0">
              <a:buNone/>
              <a:defRPr sz="800"/>
            </a:lvl1pPr>
            <a:lvl2pPr marL="228600" indent="0">
              <a:buNone/>
              <a:defRPr sz="700"/>
            </a:lvl2pPr>
            <a:lvl3pPr marL="457200" indent="0">
              <a:buNone/>
              <a:defRPr sz="6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80420-2B05-414F-A092-80CA5132015B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7BAAD-0204-4C7B-A458-62C192963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000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80420-2B05-414F-A092-80CA5132015B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7BAAD-0204-4C7B-A458-62C192963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2096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553579" y="182563"/>
            <a:ext cx="1070729" cy="290591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1392" y="182563"/>
            <a:ext cx="3150116" cy="290591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80420-2B05-414F-A092-80CA5132015B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7BAAD-0204-4C7B-A458-62C192963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836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1392" y="182563"/>
            <a:ext cx="4282916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1392" y="912812"/>
            <a:ext cx="4282916" cy="21756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1392" y="3178176"/>
            <a:ext cx="1117283" cy="1825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F80420-2B05-414F-A092-80CA5132015B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44888" y="3178176"/>
            <a:ext cx="1675924" cy="1825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07025" y="3178176"/>
            <a:ext cx="1117283" cy="1825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67BAAD-0204-4C7B-A458-62C192963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490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6B2309F-D8E3-BEE6-77F3-EC0851EB86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965700" cy="3385705"/>
          </a:xfrm>
          <a:prstGeom prst="rect">
            <a:avLst/>
          </a:pr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6D78DB77-0982-1C87-AE40-2796F76717D0}"/>
              </a:ext>
            </a:extLst>
          </p:cNvPr>
          <p:cNvGrpSpPr/>
          <p:nvPr/>
        </p:nvGrpSpPr>
        <p:grpSpPr>
          <a:xfrm>
            <a:off x="1" y="0"/>
            <a:ext cx="4849215" cy="3364657"/>
            <a:chOff x="1" y="0"/>
            <a:chExt cx="4849215" cy="3364657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6D7F87FF-0D16-C353-4CC5-4EB06F08F505}"/>
                </a:ext>
              </a:extLst>
            </p:cNvPr>
            <p:cNvGrpSpPr/>
            <p:nvPr/>
          </p:nvGrpSpPr>
          <p:grpSpPr>
            <a:xfrm>
              <a:off x="408052" y="2997687"/>
              <a:ext cx="1267616" cy="155975"/>
              <a:chOff x="408052" y="2997687"/>
              <a:chExt cx="1267616" cy="155975"/>
            </a:xfrm>
          </p:grpSpPr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B1C72A9A-C004-05B2-A395-6D24CA61CA16}"/>
                  </a:ext>
                </a:extLst>
              </p:cNvPr>
              <p:cNvSpPr/>
              <p:nvPr/>
            </p:nvSpPr>
            <p:spPr>
              <a:xfrm>
                <a:off x="497681" y="3003643"/>
                <a:ext cx="1107281" cy="15001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5353C768-E55A-1696-4A50-841107007452}"/>
                  </a:ext>
                </a:extLst>
              </p:cNvPr>
              <p:cNvSpPr/>
              <p:nvPr/>
            </p:nvSpPr>
            <p:spPr>
              <a:xfrm>
                <a:off x="408052" y="2998874"/>
                <a:ext cx="346621" cy="150019"/>
              </a:xfrm>
              <a:prstGeom prst="rect">
                <a:avLst/>
              </a:prstGeom>
              <a:solidFill>
                <a:schemeClr val="bg1">
                  <a:alpha val="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7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0.0</a:t>
                </a:r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AFCC4E9B-E1A4-4187-4B49-C8CEF8188214}"/>
                  </a:ext>
                </a:extLst>
              </p:cNvPr>
              <p:cNvSpPr/>
              <p:nvPr/>
            </p:nvSpPr>
            <p:spPr>
              <a:xfrm>
                <a:off x="864975" y="2998873"/>
                <a:ext cx="346621" cy="150019"/>
              </a:xfrm>
              <a:prstGeom prst="rect">
                <a:avLst/>
              </a:prstGeom>
              <a:solidFill>
                <a:schemeClr val="bg1">
                  <a:alpha val="36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7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0.5</a:t>
                </a:r>
              </a:p>
            </p:txBody>
          </p:sp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097F9E13-9838-294E-67B4-4261703EDA5B}"/>
                  </a:ext>
                </a:extLst>
              </p:cNvPr>
              <p:cNvSpPr/>
              <p:nvPr/>
            </p:nvSpPr>
            <p:spPr>
              <a:xfrm>
                <a:off x="1329047" y="2997687"/>
                <a:ext cx="346621" cy="150019"/>
              </a:xfrm>
              <a:prstGeom prst="rect">
                <a:avLst/>
              </a:prstGeom>
              <a:solidFill>
                <a:schemeClr val="bg1">
                  <a:alpha val="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7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1.0</a:t>
                </a:r>
              </a:p>
            </p:txBody>
          </p:sp>
        </p:grp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CA25F034-42B8-8DB5-E67B-1706567F0344}"/>
                </a:ext>
              </a:extLst>
            </p:cNvPr>
            <p:cNvSpPr/>
            <p:nvPr/>
          </p:nvSpPr>
          <p:spPr>
            <a:xfrm>
              <a:off x="3423442" y="3218379"/>
              <a:ext cx="1317626" cy="145969"/>
            </a:xfrm>
            <a:prstGeom prst="rect">
              <a:avLst/>
            </a:prstGeom>
            <a:solidFill>
              <a:schemeClr val="bg1"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rgbClr val="A62517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Assemblage average</a:t>
              </a:r>
            </a:p>
          </p:txBody>
        </p: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0B660A58-1B82-435F-0695-D20F7DB67D19}"/>
                </a:ext>
              </a:extLst>
            </p:cNvPr>
            <p:cNvCxnSpPr>
              <a:cxnSpLocks/>
            </p:cNvCxnSpPr>
            <p:nvPr/>
          </p:nvCxnSpPr>
          <p:spPr>
            <a:xfrm>
              <a:off x="3309142" y="3291364"/>
              <a:ext cx="228600" cy="0"/>
            </a:xfrm>
            <a:prstGeom prst="line">
              <a:avLst/>
            </a:prstGeom>
            <a:ln w="25400">
              <a:solidFill>
                <a:srgbClr val="A6251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31E2DDA-C0CF-CAA6-9C7C-372FC727841D}"/>
                </a:ext>
              </a:extLst>
            </p:cNvPr>
            <p:cNvSpPr/>
            <p:nvPr/>
          </p:nvSpPr>
          <p:spPr>
            <a:xfrm>
              <a:off x="681037" y="3218688"/>
              <a:ext cx="1317626" cy="145969"/>
            </a:xfrm>
            <a:prstGeom prst="rect">
              <a:avLst/>
            </a:prstGeom>
            <a:solidFill>
              <a:schemeClr val="bg1"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rgbClr val="607B9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Species-level effect</a:t>
              </a:r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13101341-033F-F4B2-F4DD-8ED1055CDFFD}"/>
                </a:ext>
              </a:extLst>
            </p:cNvPr>
            <p:cNvCxnSpPr>
              <a:cxnSpLocks/>
            </p:cNvCxnSpPr>
            <p:nvPr/>
          </p:nvCxnSpPr>
          <p:spPr>
            <a:xfrm>
              <a:off x="628650" y="3299301"/>
              <a:ext cx="231775" cy="0"/>
            </a:xfrm>
            <a:prstGeom prst="line">
              <a:avLst/>
            </a:prstGeom>
            <a:ln w="12700">
              <a:solidFill>
                <a:srgbClr val="607B9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DD68494F-D9FD-7634-7D50-28AC4CD42591}"/>
                </a:ext>
              </a:extLst>
            </p:cNvPr>
            <p:cNvSpPr/>
            <p:nvPr/>
          </p:nvSpPr>
          <p:spPr>
            <a:xfrm>
              <a:off x="1" y="0"/>
              <a:ext cx="190500" cy="145969"/>
            </a:xfrm>
            <a:prstGeom prst="rect">
              <a:avLst/>
            </a:prstGeom>
            <a:solidFill>
              <a:schemeClr val="bg1"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(a)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8C8A04F0-DB7E-556D-69DA-8C7ADEDA9113}"/>
                </a:ext>
              </a:extLst>
            </p:cNvPr>
            <p:cNvSpPr/>
            <p:nvPr/>
          </p:nvSpPr>
          <p:spPr>
            <a:xfrm>
              <a:off x="1" y="1576387"/>
              <a:ext cx="190500" cy="145969"/>
            </a:xfrm>
            <a:prstGeom prst="rect">
              <a:avLst/>
            </a:prstGeom>
            <a:solidFill>
              <a:schemeClr val="bg1"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(b)</a:t>
              </a:r>
            </a:p>
          </p:txBody>
        </p: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29873A95-5414-FAD1-8C2C-2FB90C506A8E}"/>
                </a:ext>
              </a:extLst>
            </p:cNvPr>
            <p:cNvGrpSpPr/>
            <p:nvPr/>
          </p:nvGrpSpPr>
          <p:grpSpPr>
            <a:xfrm>
              <a:off x="406797" y="1537455"/>
              <a:ext cx="1252937" cy="175023"/>
              <a:chOff x="405671" y="3016735"/>
              <a:chExt cx="1252937" cy="175023"/>
            </a:xfrm>
          </p:grpSpPr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C4C871CD-6BBE-A97E-8D0E-D6082CDC8B9A}"/>
                  </a:ext>
                </a:extLst>
              </p:cNvPr>
              <p:cNvSpPr/>
              <p:nvPr/>
            </p:nvSpPr>
            <p:spPr>
              <a:xfrm>
                <a:off x="516730" y="3041739"/>
                <a:ext cx="1089485" cy="15001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BCB7EF52-7953-6C13-F3B4-66FB2003D20F}"/>
                  </a:ext>
                </a:extLst>
              </p:cNvPr>
              <p:cNvSpPr/>
              <p:nvPr/>
            </p:nvSpPr>
            <p:spPr>
              <a:xfrm>
                <a:off x="405671" y="3017922"/>
                <a:ext cx="346621" cy="150019"/>
              </a:xfrm>
              <a:prstGeom prst="rect">
                <a:avLst/>
              </a:prstGeom>
              <a:solidFill>
                <a:schemeClr val="bg1">
                  <a:alpha val="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7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0.0</a:t>
                </a:r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7B5A70C1-042F-E684-78F8-7241D5BCBCD0}"/>
                  </a:ext>
                </a:extLst>
              </p:cNvPr>
              <p:cNvSpPr/>
              <p:nvPr/>
            </p:nvSpPr>
            <p:spPr>
              <a:xfrm>
                <a:off x="869737" y="3017921"/>
                <a:ext cx="346621" cy="150019"/>
              </a:xfrm>
              <a:prstGeom prst="rect">
                <a:avLst/>
              </a:prstGeom>
              <a:solidFill>
                <a:schemeClr val="bg1">
                  <a:alpha val="36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7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0.5</a:t>
                </a:r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61762C22-1871-DCAC-F891-C3FFA0A7703B}"/>
                  </a:ext>
                </a:extLst>
              </p:cNvPr>
              <p:cNvSpPr/>
              <p:nvPr/>
            </p:nvSpPr>
            <p:spPr>
              <a:xfrm>
                <a:off x="1345720" y="3016735"/>
                <a:ext cx="312888" cy="150019"/>
              </a:xfrm>
              <a:prstGeom prst="rect">
                <a:avLst/>
              </a:prstGeom>
              <a:solidFill>
                <a:schemeClr val="bg1">
                  <a:alpha val="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7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1.0</a:t>
                </a:r>
              </a:p>
            </p:txBody>
          </p:sp>
        </p:grp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F6CA70CD-46FB-EE5D-7F69-E8C25F30E2AA}"/>
                </a:ext>
              </a:extLst>
            </p:cNvPr>
            <p:cNvSpPr/>
            <p:nvPr/>
          </p:nvSpPr>
          <p:spPr>
            <a:xfrm>
              <a:off x="552450" y="44337"/>
              <a:ext cx="975122" cy="304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9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Proportion grassland (250 m)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781FD628-AE0D-E3A9-623E-E09CE74DC885}"/>
                </a:ext>
              </a:extLst>
            </p:cNvPr>
            <p:cNvSpPr/>
            <p:nvPr/>
          </p:nvSpPr>
          <p:spPr>
            <a:xfrm>
              <a:off x="1671638" y="45720"/>
              <a:ext cx="975122" cy="304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9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Grassland edge density (250 m)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2A0B3A40-86E2-B8C3-24DF-1BDC4F4C6ADF}"/>
                </a:ext>
              </a:extLst>
            </p:cNvPr>
            <p:cNvSpPr/>
            <p:nvPr/>
          </p:nvSpPr>
          <p:spPr>
            <a:xfrm>
              <a:off x="2821581" y="44337"/>
              <a:ext cx="975122" cy="304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9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Temperature anomaly (°C)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058FBA02-76F7-78E5-99AB-61903F679630}"/>
                </a:ext>
              </a:extLst>
            </p:cNvPr>
            <p:cNvSpPr/>
            <p:nvPr/>
          </p:nvSpPr>
          <p:spPr>
            <a:xfrm>
              <a:off x="3874094" y="41049"/>
              <a:ext cx="975122" cy="304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9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Precipitation anomaly (mm)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69539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</TotalTime>
  <Words>39</Words>
  <Application>Microsoft Office PowerPoint</Application>
  <PresentationFormat>Custom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Oklahoma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Gilbert, Neil</dc:creator>
  <cp:lastModifiedBy>Gilbert, Neil</cp:lastModifiedBy>
  <cp:revision>1</cp:revision>
  <dcterms:created xsi:type="dcterms:W3CDTF">2026-01-26T18:02:20Z</dcterms:created>
  <dcterms:modified xsi:type="dcterms:W3CDTF">2026-03-18T15:32:48Z</dcterms:modified>
</cp:coreProperties>
</file>