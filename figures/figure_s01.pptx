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3657600" cy="2925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85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2" autoAdjust="0"/>
    <p:restoredTop sz="94660"/>
  </p:normalViewPr>
  <p:slideViewPr>
    <p:cSldViewPr snapToGrid="0">
      <p:cViewPr>
        <p:scale>
          <a:sx n="150" d="100"/>
          <a:sy n="150" d="100"/>
        </p:scale>
        <p:origin x="2508" y="9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20" y="478823"/>
            <a:ext cx="3108960" cy="1018599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536703"/>
            <a:ext cx="2743200" cy="706382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4F761-846A-4FFA-A6ED-122F4BA853D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13BF-A405-4D9A-A7A4-37D801F3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93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4F761-846A-4FFA-A6ED-122F4BA853D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13BF-A405-4D9A-A7A4-37D801F3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7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" y="729410"/>
            <a:ext cx="3154680" cy="121703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" y="1957960"/>
            <a:ext cx="3154680" cy="640010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4F761-846A-4FFA-A6ED-122F4BA853D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13BF-A405-4D9A-A7A4-37D801F3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848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" y="778849"/>
            <a:ext cx="1554480" cy="1856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" y="778849"/>
            <a:ext cx="1554480" cy="1856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4F761-846A-4FFA-A6ED-122F4BA853D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13BF-A405-4D9A-A7A4-37D801F3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775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" y="155771"/>
            <a:ext cx="3154680" cy="5655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7" y="717218"/>
            <a:ext cx="1547336" cy="351498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7" y="1068716"/>
            <a:ext cx="1547336" cy="1571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" y="717218"/>
            <a:ext cx="1554956" cy="351498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" y="1068716"/>
            <a:ext cx="1554956" cy="1571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4F761-846A-4FFA-A6ED-122F4BA853D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13BF-A405-4D9A-A7A4-37D801F3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23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4F761-846A-4FFA-A6ED-122F4BA853D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13BF-A405-4D9A-A7A4-37D801F3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4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4F761-846A-4FFA-A6ED-122F4BA853D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13BF-A405-4D9A-A7A4-37D801F3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8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195051"/>
            <a:ext cx="1179671" cy="682678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" y="421256"/>
            <a:ext cx="1851660" cy="2079188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877729"/>
            <a:ext cx="1179671" cy="1626101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4F761-846A-4FFA-A6ED-122F4BA853D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13BF-A405-4D9A-A7A4-37D801F3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18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7" y="195051"/>
            <a:ext cx="1179671" cy="682678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" y="421256"/>
            <a:ext cx="1851660" cy="2079188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7" y="877729"/>
            <a:ext cx="1179671" cy="1626101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4F761-846A-4FFA-A6ED-122F4BA853D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13BF-A405-4D9A-A7A4-37D801F3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646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4F761-846A-4FFA-A6ED-122F4BA853D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13BF-A405-4D9A-A7A4-37D801F3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32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" y="155770"/>
            <a:ext cx="788670" cy="24794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" y="155770"/>
            <a:ext cx="2320290" cy="24794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4F761-846A-4FFA-A6ED-122F4BA853D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013BF-A405-4D9A-A7A4-37D801F3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078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" y="155771"/>
            <a:ext cx="3154680" cy="565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" y="778849"/>
            <a:ext cx="3154680" cy="1856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" y="2711749"/>
            <a:ext cx="822960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B4F761-846A-4FFA-A6ED-122F4BA853DD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" y="2711749"/>
            <a:ext cx="1234440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" y="2711749"/>
            <a:ext cx="822960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8013BF-A405-4D9A-A7A4-37D801F3A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079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6C17D9-BF30-23CD-39ED-19D0ED3F1A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5"/>
          <a:stretch>
            <a:fillRect/>
          </a:stretch>
        </p:blipFill>
        <p:spPr>
          <a:xfrm>
            <a:off x="0" y="76886"/>
            <a:ext cx="3657599" cy="259079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22A813C-7698-D8E8-4B79-9C8C69D44B22}"/>
              </a:ext>
            </a:extLst>
          </p:cNvPr>
          <p:cNvGrpSpPr/>
          <p:nvPr/>
        </p:nvGrpSpPr>
        <p:grpSpPr>
          <a:xfrm>
            <a:off x="318738" y="2712929"/>
            <a:ext cx="3402362" cy="155684"/>
            <a:chOff x="61739" y="2739460"/>
            <a:chExt cx="3402362" cy="1556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FD32D74-6FDB-FE22-4463-E12143B9F6A3}"/>
                </a:ext>
              </a:extLst>
            </p:cNvPr>
            <p:cNvSpPr/>
            <p:nvPr/>
          </p:nvSpPr>
          <p:spPr>
            <a:xfrm>
              <a:off x="903921" y="2739461"/>
              <a:ext cx="773442" cy="15568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rgbClr val="A6251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Assemblage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9031AEF-F7A9-5129-BBAF-8AFDD5EA2E19}"/>
                </a:ext>
              </a:extLst>
            </p:cNvPr>
            <p:cNvCxnSpPr>
              <a:cxnSpLocks/>
            </p:cNvCxnSpPr>
            <p:nvPr/>
          </p:nvCxnSpPr>
          <p:spPr>
            <a:xfrm>
              <a:off x="773843" y="2824642"/>
              <a:ext cx="243814" cy="0"/>
            </a:xfrm>
            <a:prstGeom prst="line">
              <a:avLst/>
            </a:prstGeom>
            <a:ln w="25400">
              <a:solidFill>
                <a:srgbClr val="A6251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67EB857-4174-027F-850D-7A68A7844C19}"/>
                </a:ext>
              </a:extLst>
            </p:cNvPr>
            <p:cNvSpPr/>
            <p:nvPr/>
          </p:nvSpPr>
          <p:spPr>
            <a:xfrm>
              <a:off x="117613" y="2739461"/>
              <a:ext cx="803137" cy="15568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rgbClr val="607B9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Species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FB57610-D74F-2949-96AC-FCD23B5C72ED}"/>
                </a:ext>
              </a:extLst>
            </p:cNvPr>
            <p:cNvCxnSpPr>
              <a:cxnSpLocks/>
            </p:cNvCxnSpPr>
            <p:nvPr/>
          </p:nvCxnSpPr>
          <p:spPr>
            <a:xfrm>
              <a:off x="61739" y="2825438"/>
              <a:ext cx="247200" cy="0"/>
            </a:xfrm>
            <a:prstGeom prst="line">
              <a:avLst/>
            </a:prstGeom>
            <a:ln w="12700">
              <a:solidFill>
                <a:srgbClr val="607B9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4673B3-06E5-1493-FD3C-74DA45CF4164}"/>
                </a:ext>
              </a:extLst>
            </p:cNvPr>
            <p:cNvSpPr/>
            <p:nvPr/>
          </p:nvSpPr>
          <p:spPr>
            <a:xfrm>
              <a:off x="1612639" y="2739460"/>
              <a:ext cx="1851462" cy="15568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rgbClr val="AE854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‘Just Right’ Hypothesis supported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16F225F-EB34-E6D7-6F19-B78E18CB6706}"/>
                </a:ext>
              </a:extLst>
            </p:cNvPr>
            <p:cNvCxnSpPr>
              <a:cxnSpLocks/>
            </p:cNvCxnSpPr>
            <p:nvPr/>
          </p:nvCxnSpPr>
          <p:spPr>
            <a:xfrm>
              <a:off x="1584985" y="2819298"/>
              <a:ext cx="243814" cy="0"/>
            </a:xfrm>
            <a:prstGeom prst="line">
              <a:avLst/>
            </a:prstGeom>
            <a:ln w="25400">
              <a:solidFill>
                <a:srgbClr val="AE854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31477CB-7270-B06B-3B52-5D92A61CC3D4}"/>
              </a:ext>
            </a:extLst>
          </p:cNvPr>
          <p:cNvSpPr/>
          <p:nvPr/>
        </p:nvSpPr>
        <p:spPr>
          <a:xfrm>
            <a:off x="502438" y="2508250"/>
            <a:ext cx="1276046" cy="1647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Covariate value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BB9A12-4521-683A-452E-99C5AE547D9B}"/>
              </a:ext>
            </a:extLst>
          </p:cNvPr>
          <p:cNvSpPr/>
          <p:nvPr/>
        </p:nvSpPr>
        <p:spPr>
          <a:xfrm>
            <a:off x="2280922" y="2508250"/>
            <a:ext cx="1276046" cy="16477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Covariate value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095611-8C4A-8722-59C9-AACF49AA6C21}"/>
              </a:ext>
            </a:extLst>
          </p:cNvPr>
          <p:cNvSpPr/>
          <p:nvPr/>
        </p:nvSpPr>
        <p:spPr>
          <a:xfrm>
            <a:off x="2918945" y="1963707"/>
            <a:ext cx="273050" cy="1051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08371E9-54DB-046E-15A5-8B762F08FB55}"/>
              </a:ext>
            </a:extLst>
          </p:cNvPr>
          <p:cNvSpPr/>
          <p:nvPr/>
        </p:nvSpPr>
        <p:spPr>
          <a:xfrm>
            <a:off x="2280922" y="2016306"/>
            <a:ext cx="309878" cy="1051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1F3408-7FC5-3A1F-5C28-335F350AF5A7}"/>
              </a:ext>
            </a:extLst>
          </p:cNvPr>
          <p:cNvSpPr/>
          <p:nvPr/>
        </p:nvSpPr>
        <p:spPr>
          <a:xfrm>
            <a:off x="2505650" y="2202536"/>
            <a:ext cx="273050" cy="10519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LESP</a:t>
            </a:r>
          </a:p>
        </p:txBody>
      </p:sp>
    </p:spTree>
    <p:extLst>
      <p:ext uri="{BB962C8B-B14F-4D97-AF65-F5344CB8AC3E}">
        <p14:creationId xmlns:p14="http://schemas.microsoft.com/office/powerpoint/2010/main" val="3081896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15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Oklahoma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Gilbert, Neil</dc:creator>
  <cp:lastModifiedBy>Gilbert, Neil</cp:lastModifiedBy>
  <cp:revision>1</cp:revision>
  <dcterms:created xsi:type="dcterms:W3CDTF">2026-02-02T17:19:45Z</dcterms:created>
  <dcterms:modified xsi:type="dcterms:W3CDTF">2026-02-02T17:33:02Z</dcterms:modified>
</cp:coreProperties>
</file>